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451ce7bbfa4a5e" /><Relationship Type="http://schemas.openxmlformats.org/officeDocument/2006/relationships/extended-properties" Target="/docProps/app.xml" Id="R4063195ca3ff439b" /><Relationship Type="http://schemas.openxmlformats.org/officeDocument/2006/relationships/officeDocument" Target="/ppt/presentation.xml" Id="Rd62ba644ce8c4e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2a3d65d9b24873"/>
  </p:sldMasterIdLst>
  <p:notesMasterIdLst>
    <p:notesMasterId xmlns:r="http://schemas.openxmlformats.org/officeDocument/2006/relationships" r:id="R5c6b82c76d1f4966"/>
  </p:notesMasterIdLst>
  <p:sldIdLst>
    <p:sldId xmlns:r="http://schemas.openxmlformats.org/officeDocument/2006/relationships" id="256" r:id="R83a525e2a7084946"/>
    <p:sldId xmlns:r="http://schemas.openxmlformats.org/officeDocument/2006/relationships" id="257" r:id="Re8cf1f811a5a4984"/>
    <p:sldId xmlns:r="http://schemas.openxmlformats.org/officeDocument/2006/relationships" id="258" r:id="Rf289f5cc9b4d4e85"/>
    <p:sldId xmlns:r="http://schemas.openxmlformats.org/officeDocument/2006/relationships" id="259" r:id="Rfe82009e913a459a"/>
    <p:sldId xmlns:r="http://schemas.openxmlformats.org/officeDocument/2006/relationships" id="260" r:id="R3029494594124a49"/>
    <p:sldId xmlns:r="http://schemas.openxmlformats.org/officeDocument/2006/relationships" id="261" r:id="Rbedd85730995480d"/>
    <p:sldId xmlns:r="http://schemas.openxmlformats.org/officeDocument/2006/relationships" id="262" r:id="R0ceb6c7708484318"/>
    <p:sldId xmlns:r="http://schemas.openxmlformats.org/officeDocument/2006/relationships" id="263" r:id="R386cae8b94e6445f"/>
    <p:sldId xmlns:r="http://schemas.openxmlformats.org/officeDocument/2006/relationships" id="264" r:id="R1bca1a3f93b84ea5"/>
    <p:sldId xmlns:r="http://schemas.openxmlformats.org/officeDocument/2006/relationships" id="265" r:id="R7930b4440ec84e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252822b86e4705" /><Relationship Type="http://schemas.openxmlformats.org/officeDocument/2006/relationships/slideMaster" Target="/ppt/slideMasters/slideMaster1.xml" Id="R312a3d65d9b24873" /><Relationship Type="http://schemas.openxmlformats.org/officeDocument/2006/relationships/notesMaster" Target="/ppt/notesMasters/notesMaster1.xml" Id="R5c6b82c76d1f4966" /><Relationship Type="http://schemas.openxmlformats.org/officeDocument/2006/relationships/presProps" Target="/ppt/presProps.xml" Id="R77369485d3e2462a" /><Relationship Type="http://schemas.openxmlformats.org/officeDocument/2006/relationships/tableStyles" Target="/ppt/tableStyles.xml" Id="R3eb216e700c1496b" /><Relationship Type="http://schemas.openxmlformats.org/officeDocument/2006/relationships/slide" Target="/ppt/slides/slide1.xml" Id="R83a525e2a7084946" /><Relationship Type="http://schemas.openxmlformats.org/officeDocument/2006/relationships/slide" Target="/ppt/slides/slide2.xml" Id="Re8cf1f811a5a4984" /><Relationship Type="http://schemas.openxmlformats.org/officeDocument/2006/relationships/slide" Target="/ppt/slides/slide3.xml" Id="Rf289f5cc9b4d4e85" /><Relationship Type="http://schemas.openxmlformats.org/officeDocument/2006/relationships/slide" Target="/ppt/slides/slide4.xml" Id="Rfe82009e913a459a" /><Relationship Type="http://schemas.openxmlformats.org/officeDocument/2006/relationships/slide" Target="/ppt/slides/slide5.xml" Id="R3029494594124a49" /><Relationship Type="http://schemas.openxmlformats.org/officeDocument/2006/relationships/slide" Target="/ppt/slides/slide6.xml" Id="Rbedd85730995480d" /><Relationship Type="http://schemas.openxmlformats.org/officeDocument/2006/relationships/slide" Target="/ppt/slides/slide7.xml" Id="R0ceb6c7708484318" /><Relationship Type="http://schemas.openxmlformats.org/officeDocument/2006/relationships/slide" Target="/ppt/slides/slide8.xml" Id="R386cae8b94e6445f" /><Relationship Type="http://schemas.openxmlformats.org/officeDocument/2006/relationships/slide" Target="/ppt/slides/slide9.xml" Id="R1bca1a3f93b84ea5" /><Relationship Type="http://schemas.openxmlformats.org/officeDocument/2006/relationships/slide" Target="/ppt/slides/slide10.xml" Id="R7930b4440ec84e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419a5d6e454e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62c57ac4e04d1c" /><Relationship Type="http://schemas.openxmlformats.org/officeDocument/2006/relationships/notesMaster" Target="/ppt/notesMasters/notesMaster1.xml" Id="R646713c30bb546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d6fa3f4ab84374" /><Relationship Type="http://schemas.openxmlformats.org/officeDocument/2006/relationships/notesMaster" Target="/ppt/notesMasters/notesMaster1.xml" Id="R4e7ea8dcf3894b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30e609bc274f19" /><Relationship Type="http://schemas.openxmlformats.org/officeDocument/2006/relationships/notesMaster" Target="/ppt/notesMasters/notesMaster1.xml" Id="R5fb7ac99f02344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4a2b40cc154dca" /><Relationship Type="http://schemas.openxmlformats.org/officeDocument/2006/relationships/notesMaster" Target="/ppt/notesMasters/notesMaster1.xml" Id="Ra4e849d01a0547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411b207d864a01" /><Relationship Type="http://schemas.openxmlformats.org/officeDocument/2006/relationships/notesMaster" Target="/ppt/notesMasters/notesMaster1.xml" Id="Ra4c78d989c594a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6d4774802d4620" /><Relationship Type="http://schemas.openxmlformats.org/officeDocument/2006/relationships/notesMaster" Target="/ppt/notesMasters/notesMaster1.xml" Id="R3b2c591d453c4e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011daf9bbe4725" /><Relationship Type="http://schemas.openxmlformats.org/officeDocument/2006/relationships/notesMaster" Target="/ppt/notesMasters/notesMaster1.xml" Id="Rdb8807211f9042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18432ea4f14c54" /><Relationship Type="http://schemas.openxmlformats.org/officeDocument/2006/relationships/notesMaster" Target="/ppt/notesMasters/notesMaster1.xml" Id="Ra93e8989bbe347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b9234f48040463f" /><Relationship Type="http://schemas.openxmlformats.org/officeDocument/2006/relationships/notesMaster" Target="/ppt/notesMasters/notesMaster1.xml" Id="R062b0acb7cec4e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4ab58edefff4754" /><Relationship Type="http://schemas.openxmlformats.org/officeDocument/2006/relationships/notesMaster" Target="/ppt/notesMasters/notesMaster1.xml" Id="Rdbe9d3b16d164b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첫 5분은 완성 예시를 보여 준 뒤, 수업에서 사용할 주제를 각자 고르게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길이는 15~20초, 16:9입니다. 한 장면은 AI 생성, 두 장면은 예비 클립 또는 이미지로 만듭니다.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0–5 예시, 5–12 3장면, 12–27 생성, 27–47 편집, 47–55 자막·선택적 소리·MP4, 55–60 짝 점검. 생성 대기가 길면 20분 안에 예비 클립으로 전환합니다.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5–12분. 교과 주제 하나를 정한 뒤 장면마다 화면과 자막 한 줄을 씁니다. 마지막은 학생의 답을 유도하는 질문으로 끝냅니다.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교육부는 AI 활용과 윤리를 교과 맥락에서 함께 다루는 연수 방향을 제시합니다. 교사는 AI 초안을 확인하고 고칩니다. 출처: https://www.moe.go.kr/boardCnts/viewRenew.do?boardID=294&amp;boardSeq=105627&amp;lev=0&amp;m=020402&amp;opType=N&amp;page=7&amp;s=moe&amp;searchType=null&amp;statusYN=W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12–27분. 실제 아이모두 로그인 화면을 확인했습니다. 화면에는 16:9와 5초 설정이 있습니다. 교사별 접근 권한·비용·한도는 연수 전에 확인하세요. https://docs.wrks.ai/release-notes https://docs.wrks.ai/pricing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실습에서는 개인당 1회 생성 기준으로 준비합니다. 장면이 어긋나면 피사체·동작·카메라 중 한 가지만 수정합니다.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27–47분. 미리캔버스에서 업로드, 순서, 길이, 자막만 먼저 다룹니다. 장면 3개를 15~20초에 맞춥니다. 사용 권한을 확인한 오디오는 시간이 남으면 추가합니다.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47–55분. UNESCO는 교사의 주도권, 윤리, 개인정보 보호를 강조합니다. https://www.unesco.org/en/articles/ai-competency-framework-teachers https://www.unesco.org/en/articles/guidance-generative-ai-education-and-research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55–60분. 최종 파일을 재생해 확인하고 바꿀 점 하나를 기록합니다. MP4 다운로드 도움말: https://help.miricanvas.com/hc/ko/articles/32570677518617-다운로드-가이드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c5ea1db9a5484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d2afb7f4c144d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8df42ca310428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871b855328444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86c8f0ba1e41d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fd3a62b725452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0AE037-F167-4997-977D-D51C9396D8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445E636-F786-4FE0-8423-E9F853D5BD5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C1568B3-D441-4D65-A871-92EDA1CC05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209723A-9EC3-4425-9017-06F041A06C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82AFD88-7CCD-4842-8ED8-7B1D35BD2E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82263C7-DC19-4DCC-BE9E-81982E0003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FB626C6-9D74-402B-AC48-36BA137758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E715487-5E7B-4CD3-9A7C-0E95760A6E7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9B05EC-064E-428B-820B-8854CF1CD8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33F87D4-396A-4FB7-BDDF-CAD49C1921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dcda602b134b48" /><Relationship Type="http://schemas.openxmlformats.org/officeDocument/2006/relationships/slideLayout" Target="/ppt/slideLayouts/slideLayout1.xml" Id="R18e593cdcf2a401a" /><Relationship Type="http://schemas.openxmlformats.org/officeDocument/2006/relationships/slideLayout" Target="/ppt/slideLayouts/slideLayout2.xml" Id="R90938af48f0a4f98" /><Relationship Type="http://schemas.openxmlformats.org/officeDocument/2006/relationships/slideLayout" Target="/ppt/slideLayouts/slideLayout3.xml" Id="R20b04a015f96480e" /><Relationship Type="http://schemas.openxmlformats.org/officeDocument/2006/relationships/slideLayout" Target="/ppt/slideLayouts/slideLayout4.xml" Id="R8dd0c7d1d46846d7" /><Relationship Type="http://schemas.openxmlformats.org/officeDocument/2006/relationships/slideLayout" Target="/ppt/slideLayouts/slideLayout5.xml" Id="Rd97ea2fff47549cb" /><Relationship Type="http://schemas.openxmlformats.org/officeDocument/2006/relationships/slideLayout" Target="/ppt/slideLayouts/slideLayout6.xml" Id="R6ccfda2f27d74a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e593cdcf2a401a"/>
    <p:sldLayoutId xmlns:r="http://schemas.openxmlformats.org/officeDocument/2006/relationships" id="2147483650" r:id="R90938af48f0a4f98"/>
    <p:sldLayoutId xmlns:r="http://schemas.openxmlformats.org/officeDocument/2006/relationships" id="2147483651" r:id="R20b04a015f96480e"/>
    <p:sldLayoutId xmlns:r="http://schemas.openxmlformats.org/officeDocument/2006/relationships" id="2147483652" r:id="R8dd0c7d1d46846d7"/>
    <p:sldLayoutId xmlns:r="http://schemas.openxmlformats.org/officeDocument/2006/relationships" id="2147483653" r:id="Rd97ea2fff47549cb"/>
    <p:sldLayoutId xmlns:r="http://schemas.openxmlformats.org/officeDocument/2006/relationships" id="2147483654" r:id="R6ccfda2f27d74a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0c4d1182494afc" /><Relationship Type="http://schemas.openxmlformats.org/officeDocument/2006/relationships/notesSlide" Target="/ppt/notesSlides/notesSlide1.xml" Id="R30d8317a0cb94c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ab73c36b104264" /><Relationship Type="http://schemas.openxmlformats.org/officeDocument/2006/relationships/notesSlide" Target="/ppt/notesSlides/notesSlide2.xml" Id="Rf4e34d3eaf2249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9bf259e3b84c44" /><Relationship Type="http://schemas.openxmlformats.org/officeDocument/2006/relationships/notesSlide" Target="/ppt/notesSlides/notesSlide3.xml" Id="Rc60a7e3fbf8f4f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709ac08b634db7" /><Relationship Type="http://schemas.openxmlformats.org/officeDocument/2006/relationships/notesSlide" Target="/ppt/notesSlides/notesSlide4.xml" Id="Re497c1adb1b743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840236b7fd4123" /><Relationship Type="http://schemas.openxmlformats.org/officeDocument/2006/relationships/notesSlide" Target="/ppt/notesSlides/notesSlide5.xml" Id="R9c8e3ff9a40e47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48d30e8a09408a" /><Relationship Type="http://schemas.openxmlformats.org/officeDocument/2006/relationships/image" Target="/ppt/media/image.jpeg" Id="R82cae13462394fbf" /><Relationship Type="http://schemas.openxmlformats.org/officeDocument/2006/relationships/notesSlide" Target="/ppt/notesSlides/notesSlide6.xml" Id="R807d9cca6eb741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f081855fa0477a" /><Relationship Type="http://schemas.openxmlformats.org/officeDocument/2006/relationships/notesSlide" Target="/ppt/notesSlides/notesSlide7.xml" Id="R3494be7271d948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0c21871a51469d" /><Relationship Type="http://schemas.openxmlformats.org/officeDocument/2006/relationships/notesSlide" Target="/ppt/notesSlides/notesSlide8.xml" Id="R771d95e3a65945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325f081f834b46" /><Relationship Type="http://schemas.openxmlformats.org/officeDocument/2006/relationships/notesSlide" Target="/ppt/notesSlides/notesSlide9.xml" Id="R8b58e71a3d7443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b9441dc5e34bf5" /><Relationship Type="http://schemas.openxmlformats.org/officeDocument/2006/relationships/notesSlide" Target="/ppt/notesSlides/notesSlide10.xml" Id="R48c26b5466444f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0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B1350F-22F6-469D-A20A-45B63FD6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6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BADE81-FAF7-4270-AC69-BB0B22D6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704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350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350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350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350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350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350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350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350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350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rPr>
              <a:t>NOAN  /  TEACHER WORKSHOP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E5C03C-1312-4ADF-B2C8-D708AA86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7239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4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4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4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4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4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4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4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4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4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AI로 20초</a:t>
            </a:r>
          </a:p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수업 영상 만들기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FD8806-F30C-4215-AAC4-DA4BFF21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695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rPr>
              <a:t>한 시간 안에 기획하고, 만들고, 저장합니다.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7CDC8F-C759-4A81-BC00-AACED2AF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581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6B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FF1D2-CFB8-4CFB-ACBD-DAF4E916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7325"/>
            <a:ext cx="666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rPr>
              <a:t>60 MIN   ·   1 VIDEO   ·   3 SCENES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DD3CD2-9A92-47F6-89AB-15DB246C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485900"/>
            <a:ext cx="838200" cy="3305175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A6B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2C0EDC-18EC-4718-B751-BEE91EE0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704975"/>
            <a:ext cx="5524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F67CD3-397D-4051-819A-F58A691D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228975"/>
            <a:ext cx="5524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7AD731-CE53-4192-A4EA-012571C8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485900"/>
            <a:ext cx="838200" cy="3305175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0B6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F6B530-3218-4183-BDD0-52B698E3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704975"/>
            <a:ext cx="5524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21ECDB-2CFB-4963-8C80-030B1081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228975"/>
            <a:ext cx="5524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F3B392-928E-4829-A848-42B6A821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1485900"/>
            <a:ext cx="838200" cy="3305175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5A3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B71923-1623-42F1-B802-FC02ED4C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1704975"/>
            <a:ext cx="5524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0D3F79-1ECD-4582-B744-D22DBF99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3228975"/>
            <a:ext cx="5524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5CCD22-E20C-4452-9A31-C02AFC1E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742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rPr>
              <a:t>NOAN MIDDLE SCHOOL  /  AI VIDEO LAB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4EB6FF-B646-4F32-A21F-ABF8F2C8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rPr>
              <a:t>01  /  10</a:t>
            </a:r>
          </a:p>
        </p:txBody>
      </p:sp>
    </p:spTree>
    <p:extLst>
      <p:ext uri="{BB962C8B-B14F-4D97-AF65-F5344CB8AC3E}">
        <p14:creationId xmlns:p14="http://schemas.microsoft.com/office/powerpoint/2010/main" val="12743740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F87C03-F40E-4224-97BE-57AA9BFE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6B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ABE94C-0C5F-41AE-B48E-4D76D409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rPr>
              <a:t>오늘 가져갈 결과물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328AC3-BF02-423B-AD11-3971EC2E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rPr>
              <a:t>영상 생성 횟수보다 수업에서 쓸 수 있는 파일이 목표입니다.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2AEF3C-CAD1-47BC-9F80-61D2413E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742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rPr>
              <a:t>NOAN MIDDLE SCHOOL  /  AI VIDEO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426B3C-AE4D-4E20-8431-460B3AFB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rPr>
              <a:t>02  / 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C49790-BD71-43B1-833A-EE068804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3667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425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425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425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425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425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425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425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425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425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425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A9700E-5C49-4CFD-B7B4-6A90A694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9582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1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1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1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1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1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1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1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1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1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rPr>
              <a:t>초 안팎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EE2164-7234-4B9B-B8BC-C8738A46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238375"/>
            <a:ext cx="2857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222C2E-0783-4D74-BBFB-03188C44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190750"/>
            <a:ext cx="714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A6B58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1">
                <a:solidFill>
                  <a:srgbClr val="FA6B58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1">
                <a:solidFill>
                  <a:srgbClr val="FA6B58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1">
                <a:solidFill>
                  <a:srgbClr val="FA6B58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1">
                <a:solidFill>
                  <a:srgbClr val="FA6B58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1">
                <a:solidFill>
                  <a:srgbClr val="FA6B58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1">
                <a:solidFill>
                  <a:srgbClr val="FA6B58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1">
                <a:solidFill>
                  <a:srgbClr val="FA6B58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1">
                <a:solidFill>
                  <a:srgbClr val="FA6B58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1">
                <a:solidFill>
                  <a:srgbClr val="FA6B5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A6B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A6B58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D245F8-76E7-4163-A12B-2DB9B978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162175"/>
            <a:ext cx="542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3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3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3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3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3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3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3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3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3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rPr>
              <a:t>장면 3개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06F7CA-A9AB-4B85-85F7-6BBD8DD8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009900"/>
            <a:ext cx="714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A6B58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1">
                <a:solidFill>
                  <a:srgbClr val="FA6B58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1">
                <a:solidFill>
                  <a:srgbClr val="FA6B58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1">
                <a:solidFill>
                  <a:srgbClr val="FA6B58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1">
                <a:solidFill>
                  <a:srgbClr val="FA6B58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1">
                <a:solidFill>
                  <a:srgbClr val="FA6B58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1">
                <a:solidFill>
                  <a:srgbClr val="FA6B58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1">
                <a:solidFill>
                  <a:srgbClr val="FA6B58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1">
                <a:solidFill>
                  <a:srgbClr val="FA6B58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1">
                <a:solidFill>
                  <a:srgbClr val="FA6B5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A6B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A6B58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A2F14E-8231-45E3-B3E6-C510CB56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981325"/>
            <a:ext cx="542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3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3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3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3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3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3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3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3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3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rPr>
              <a:t>직접 고친 자막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348C91-567C-4DEC-BAFD-C793845A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829050"/>
            <a:ext cx="714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A6B58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1">
                <a:solidFill>
                  <a:srgbClr val="FA6B58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1">
                <a:solidFill>
                  <a:srgbClr val="FA6B58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1">
                <a:solidFill>
                  <a:srgbClr val="FA6B58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1">
                <a:solidFill>
                  <a:srgbClr val="FA6B58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1">
                <a:solidFill>
                  <a:srgbClr val="FA6B58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1">
                <a:solidFill>
                  <a:srgbClr val="FA6B58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1">
                <a:solidFill>
                  <a:srgbClr val="FA6B58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1">
                <a:solidFill>
                  <a:srgbClr val="FA6B58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1">
                <a:solidFill>
                  <a:srgbClr val="FA6B5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A6B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A6B58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42ED69-5CFE-4867-B882-FAEE8842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800475"/>
            <a:ext cx="542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3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3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3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3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3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3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3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3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3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rPr>
              <a:t>학생에게 남길 질문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9BEE9F-0F71-48B5-9EB2-283CA11E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648200"/>
            <a:ext cx="714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A6B58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1">
                <a:solidFill>
                  <a:srgbClr val="FA6B58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1">
                <a:solidFill>
                  <a:srgbClr val="FA6B58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1">
                <a:solidFill>
                  <a:srgbClr val="FA6B58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1">
                <a:solidFill>
                  <a:srgbClr val="FA6B58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1">
                <a:solidFill>
                  <a:srgbClr val="FA6B58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1">
                <a:solidFill>
                  <a:srgbClr val="FA6B58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1">
                <a:solidFill>
                  <a:srgbClr val="FA6B58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1">
                <a:solidFill>
                  <a:srgbClr val="FA6B58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1">
                <a:solidFill>
                  <a:srgbClr val="FA6B5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A6B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A6B58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50ECF7-C714-407A-A7B7-9320B4D9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619625"/>
            <a:ext cx="542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3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3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3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3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3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3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3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3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3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rPr>
              <a:t>재생되는 MP4</a:t>
            </a:r>
          </a:p>
        </p:txBody>
      </p:sp>
    </p:spTree>
    <p:extLst>
      <p:ext uri="{BB962C8B-B14F-4D97-AF65-F5344CB8AC3E}">
        <p14:creationId xmlns:p14="http://schemas.microsoft.com/office/powerpoint/2010/main" val="17644916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9DFF09-4591-4CAC-A67B-6D2F0396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6B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AF9A67-37A1-41FB-A901-EDF5EA30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rPr>
              <a:t>60분 실습 동선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E98617-9606-42AA-947E-0AAA6DBA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rPr>
              <a:t>강사는 짧게 보여 주고, 선생님이 바로 따라 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26294E-23D0-4DBA-A4CE-AACC1970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742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rPr>
              <a:t>NOAN MIDDLE SCHOOL  /  AI VIDEO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EE653F-9B0E-4C2A-80E8-732C0D78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rPr>
              <a:t>03  / 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1D5272-C292-4FF5-B119-90AAB68C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771775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6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08D9B8-1CEE-4032-B56B-D2D6B629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171825"/>
            <a:ext cx="1295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rPr>
              <a:t>00–05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68ACF8-FA87-48A9-B7BE-92B9927C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733800"/>
            <a:ext cx="1276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rPr>
              <a:t>예시 보기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406616-515C-439B-AF41-C3F038CA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771775"/>
            <a:ext cx="144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6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971F9C-AEB0-4BC0-9F70-15B6C86D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71825"/>
            <a:ext cx="14668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rPr>
              <a:t>05–12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909C80-CD04-4F04-A562-3B57B959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33800"/>
            <a:ext cx="1447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rPr>
              <a:t>장면 설계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58CDD4-CE4F-406D-BDAB-DB6BFF26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71775"/>
            <a:ext cx="2209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6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6DAD1B-E2E9-4260-868D-69A625CB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71825"/>
            <a:ext cx="22288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rPr>
              <a:t>12–27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B1A2FD-745A-454F-830E-240B896E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33800"/>
            <a:ext cx="2209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rPr>
              <a:t>AI 장면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D7BEF0-E020-47E7-9D3C-E1AD9909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771775"/>
            <a:ext cx="2990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6B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C8F5AB-FE84-49B2-B3B3-EACE9615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171825"/>
            <a:ext cx="3009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rPr>
              <a:t>27–47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F68004-2779-4549-A063-C9CD9A7F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733800"/>
            <a:ext cx="2990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rPr>
              <a:t>영상 편집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A61D2E-93EA-4ABF-87F3-E83F8E44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77177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6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99B123-68CD-4B13-BC59-F2AEC12B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171825"/>
            <a:ext cx="1543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rPr>
              <a:t>47–55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F1FB5F-6822-4C35-9220-F7940545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733800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rPr>
              <a:t>저장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06C39B-11F3-437F-BEA4-EB0203F3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771775"/>
            <a:ext cx="13049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6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101511-8A3C-4E98-9429-D2F0E475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171825"/>
            <a:ext cx="13239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rPr>
              <a:t>55–60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7A5B83-1A77-4606-A112-A7744E3E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733800"/>
            <a:ext cx="1304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rPr>
              <a:t>짝 점검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F1037D-1506-454A-9537-9E216C5A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124450"/>
            <a:ext cx="1071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1E4341-AAE7-4B5D-ADC1-6F152417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3816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rPr>
              <a:t>실습 구간 50분  /  시작과 점검 10분</a:t>
            </a:r>
          </a:p>
        </p:txBody>
      </p:sp>
    </p:spTree>
    <p:extLst>
      <p:ext uri="{BB962C8B-B14F-4D97-AF65-F5344CB8AC3E}">
        <p14:creationId xmlns:p14="http://schemas.microsoft.com/office/powerpoint/2010/main" val="523239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DF156F-28A9-43ED-8666-6B611D26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6B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4D1050-7718-4A99-BA7F-717218B9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rPr>
              <a:t>먼저, 세 장면만 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0854AC-ECD5-4F21-BE4D-0775A861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rPr>
              <a:t>자기 교과의 한 개념을 여는 수업 도입 영상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A732B6-B986-49AF-98D3-2ABA271D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742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rPr>
              <a:t>NOAN MIDDLE SCHOOL  /  AI VIDEO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994480-96F8-4BF7-BB60-9FA3481D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rPr>
              <a:t>04  / 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B3048F-74F2-44FC-B425-CF921529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14575"/>
            <a:ext cx="3286125" cy="2809875"/>
          </a:xfrm>
          <a:prstGeom xmlns:a="http://schemas.openxmlformats.org/drawingml/2006/main" prst="roundRect">
            <a:avLst>
              <a:gd name="adj" fmla="val 4068"/>
            </a:avLst>
          </a:prstGeom>
          <a:solidFill xmlns:a="http://schemas.openxmlformats.org/drawingml/2006/main">
            <a:srgbClr val="0A77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3299B2-F821-44E5-A3DE-039E35E8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05075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838BD0-F65B-4692-9BCB-A2583557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28975"/>
            <a:ext cx="2819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F95E8B-034A-442C-886E-E9D3A2C2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7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7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7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7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7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7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7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7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7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질문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93E61E-8E33-43E2-B521-3D1F3814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47675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0–5초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5E8100-0C88-468B-8A33-3CF58BA2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14575"/>
            <a:ext cx="3286125" cy="2809875"/>
          </a:xfrm>
          <a:prstGeom xmlns:a="http://schemas.openxmlformats.org/drawingml/2006/main" prst="roundRect">
            <a:avLst>
              <a:gd name="adj" fmla="val 4068"/>
            </a:avLst>
          </a:prstGeom>
          <a:solidFill xmlns:a="http://schemas.openxmlformats.org/drawingml/2006/main">
            <a:srgbClr val="FA6B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A86B13-9849-4755-B99B-6E015393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505075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AEB95A-38C0-49AB-80FD-F3382CDB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28975"/>
            <a:ext cx="2819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B6B242-9FA3-42F9-9A8F-41EE2B2B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5242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7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7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7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7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7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7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7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7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7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핵심 장면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BCC1C5-5082-4F41-A29E-05AF3E01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47675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5–13초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DF4B6C-34A3-46C7-B675-27635CD7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14575"/>
            <a:ext cx="3286125" cy="2809875"/>
          </a:xfrm>
          <a:prstGeom xmlns:a="http://schemas.openxmlformats.org/drawingml/2006/main" prst="roundRect">
            <a:avLst>
              <a:gd name="adj" fmla="val 4068"/>
            </a:avLst>
          </a:prstGeom>
          <a:solidFill xmlns:a="http://schemas.openxmlformats.org/drawingml/2006/main">
            <a:srgbClr val="13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0F01BB-1398-46CF-A412-33E07A9A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505075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9F8A4D-DB10-4BF5-9802-A1A16B5D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28975"/>
            <a:ext cx="2819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DDAD90-1E44-45B0-9175-1B92AB16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5242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7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7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7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7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7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7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7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7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7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다시 질문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F92E97-3218-442F-910B-7B6A992B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7675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13–20초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A62923-D03F-4F40-B78A-5E1340F6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05450"/>
            <a:ext cx="1095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75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75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75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75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75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75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75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75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75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rPr>
              <a:t>예시: “왜 색이 다르게 보일까?” → 카드가 놓이는 장면 → “다음 시간에 설명해 볼까요?”</a:t>
            </a:r>
          </a:p>
        </p:txBody>
      </p:sp>
    </p:spTree>
    <p:extLst>
      <p:ext uri="{BB962C8B-B14F-4D97-AF65-F5344CB8AC3E}">
        <p14:creationId xmlns:p14="http://schemas.microsoft.com/office/powerpoint/2010/main" val="14958091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320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90E1D8-AE27-42DE-BB7E-4F04ABA0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6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C43FC4-4003-44AB-A3F0-36C16C75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3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3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3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3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3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3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3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3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3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대본 요청문은 짧고 구체적으로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DEE16-8890-436A-AC15-47D37D4B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rPr>
              <a:t>JNE GPT 대화에 붙여 넣은 뒤 학년·교과·주제를 바꿉니다.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FEBA66-598F-4EB4-B521-5F89F32E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742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rPr>
              <a:t>NOAN MIDDLE SCHOOL  /  AI VIDEO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3AC91C-B7A4-4618-B8E1-E2138B9D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rPr>
              <a:t>05  / 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A033A-21B6-4120-B459-57C4A87A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9800"/>
            <a:ext cx="66675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6B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B29752-A304-4B84-B5FB-88EB18DB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3625"/>
            <a:ext cx="102870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“중학교 [학년] [교과]의 [주제]를 여는</a:t>
            </a:r>
          </a:p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18초 영상 대본을 만드세요.</a:t>
            </a:r>
          </a:p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3장면의 길이·화면·자막을 표로 적고,</a:t>
            </a:r>
          </a:p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끝은 학생 질문으로 마무리하세요.”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DC6FB5-07C0-4E80-8D81-F0299085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34000"/>
            <a:ext cx="9525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rPr>
              <a:t>확인되지 않은 내용은 [교사 확인]으로 남깁니다.</a:t>
            </a:r>
          </a:p>
        </p:txBody>
      </p:sp>
    </p:spTree>
    <p:extLst>
      <p:ext uri="{BB962C8B-B14F-4D97-AF65-F5344CB8AC3E}">
        <p14:creationId xmlns:p14="http://schemas.microsoft.com/office/powerpoint/2010/main" val="11447268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5EB90C-062D-4ABD-8287-BE2959C1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6B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16FDB-D397-41FC-81CC-2AE33275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rPr>
              <a:t>AI로 5초 장면 만들기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8071DC-50A9-4B57-8F71-DA4F6E57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rPr>
              <a:t>아이모두  →  JNE GPT  →  비디오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577438-57B4-4D45-B1BD-B09204FD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742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rPr>
              <a:t>NOAN MIDDLE SCHOOL  /  AI VIDEO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C51256-43B8-4D9D-81D8-E9FAE446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rPr>
              <a:t>06  / 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D144D3-01C5-4A86-BB31-835EBD1E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14575"/>
            <a:ext cx="426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6B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F45013-3FF9-45D2-87CF-E4D53B16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4333875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70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70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70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70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70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70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70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70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70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rPr>
              <a:t>1  프롬프트 입력</a:t>
            </a:r>
          </a:p>
          <a:p xmlns:a="http://schemas.openxmlformats.org/drawingml/2006/main">
            <a:pPr>
              <a:defRPr sz="270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rPr>
              <a:t>2  16:9 확인</a:t>
            </a:r>
          </a:p>
          <a:p xmlns:a="http://schemas.openxmlformats.org/drawingml/2006/main">
            <a:pPr>
              <a:defRPr sz="270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rPr>
              <a:t>3  5초 선택</a:t>
            </a:r>
          </a:p>
          <a:p xmlns:a="http://schemas.openxmlformats.org/drawingml/2006/main">
            <a:pPr>
              <a:defRPr sz="270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rPr>
              <a:t>4  생성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AE9C28-88AA-4A73-937C-B2571E24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19300"/>
            <a:ext cx="6353175" cy="3810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FA0DE4-DDEE-4FEF-8583-F387A6EEDD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cae13462394fbf"/>
          <a:stretch xmlns:a="http://schemas.openxmlformats.org/drawingml/2006/main"/>
        </p:blipFill>
        <p:spPr>
          <a:xfrm xmlns:a="http://schemas.openxmlformats.org/drawingml/2006/main">
            <a:off x="5381625" y="2383264"/>
            <a:ext cx="6029325" cy="3043972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A5698E-4767-4D65-AE6D-0B21A9F7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00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75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75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75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75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75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75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75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75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75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rPr>
              <a:t>권한이나 대기 문제가 있으면 예비 클립으로 진행</a:t>
            </a:r>
          </a:p>
        </p:txBody>
      </p:sp>
    </p:spTree>
    <p:extLst>
      <p:ext uri="{BB962C8B-B14F-4D97-AF65-F5344CB8AC3E}">
        <p14:creationId xmlns:p14="http://schemas.microsoft.com/office/powerpoint/2010/main" val="14129314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4A65A4-4528-4394-9BD5-8F542E76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6B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BAE92-672D-4370-8A52-8B4A1F54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rPr>
              <a:t>5초 영상 요청문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9DD1D1-B7FA-47B1-841C-4F6BBB8A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rPr>
              <a:t>글자와 로고는 생성하지 않고 편집에서 직접 넣습니다.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3CE117-97F3-411F-95BC-CCE6C245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742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rPr>
              <a:t>NOAN MIDDLE SCHOOL  /  AI VIDEO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A012E3-4947-4C37-BA76-FBBAE896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rPr>
              <a:t>07  / 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72AA8-75A8-40C1-A858-E09F86CC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622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rPr>
              <a:t>피사체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7E7ED5-FC9D-4B2A-AE44-9B33E1D3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33625"/>
            <a:ext cx="847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4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4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4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4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4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4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4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4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4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rPr>
              <a:t>빈 책상 위 색색 종이 카드 세 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780555-7930-4F06-84DB-B1F534D0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01942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9FE7E7-B105-4AA2-9AEA-D5C88218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00425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rPr>
              <a:t>동작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D12CAD-ED00-48D1-83B1-3D64D494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71850"/>
            <a:ext cx="847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4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4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4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4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4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4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4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4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4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rPr>
              <a:t>카드가 차례로 놓인다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99CEBF-57CB-496A-A19D-F4312A70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576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EA8148-716F-4B1A-BE8B-DB61E554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3865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A7779"/>
                </a:solidFill>
                <a:latin typeface="Apple SD Gothic Neo"/>
                <a:ea typeface="Apple SD Gothic Neo"/>
                <a:cs typeface="Apple SD Gothic Neo"/>
              </a:rPr>
              <a:t>카메라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615D95-0F6D-4D1E-BEE5-B27A9F12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10075"/>
            <a:ext cx="847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4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4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4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4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4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4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4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4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4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rPr>
              <a:t>오른쪽으로 천천히 이동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452EB5-4EBE-4F14-A57A-46446397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05450"/>
            <a:ext cx="10668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3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FA5CC5-909E-4DA2-8FB5-206C6A83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721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16:9  ·  5초  ·  글자·로고·얼굴·음성 없음</a:t>
            </a:r>
          </a:p>
        </p:txBody>
      </p:sp>
    </p:spTree>
    <p:extLst>
      <p:ext uri="{BB962C8B-B14F-4D97-AF65-F5344CB8AC3E}">
        <p14:creationId xmlns:p14="http://schemas.microsoft.com/office/powerpoint/2010/main" val="8946862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5DB5AE-A08D-4BEC-80C1-992D0F11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6B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B02CFB-627A-4AB6-A59B-223F3855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rPr>
              <a:t>편집은 순서와 길이부터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1E9745-73A6-4F10-9733-383770B7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rPr>
              <a:t>미리캔버스에서 AI 클립 하나와 이미지 두 장을 놓습니다.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E00F31-1590-4D2D-A590-9A77C6A0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742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rPr>
              <a:t>NOAN MIDDLE SCHOOL  /  AI VIDEO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60A5B0-688E-4732-AF2D-E5A0A3B9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rPr>
              <a:t>08  / 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89B5DD-9C76-45D5-A012-2D14E323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95550"/>
            <a:ext cx="33432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0A77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BC3169-6CD7-42C0-ABC2-3105F61D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2415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① 질문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66695E-BAAA-47C5-8A03-80A438D8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5623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27AE7F-C45C-454D-AB9A-9D7009C8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495550"/>
            <a:ext cx="33432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A6B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994760-72AB-4BC2-8B9F-C01016C1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72415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② 장면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2F1BB3-463F-47B1-9C47-2D80BBA7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5623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7초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588189-441C-4DAF-BD99-61062EDA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495550"/>
            <a:ext cx="33432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D5A3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7B3737-701F-4CD8-9B32-169F66D7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2415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③ 질문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0D8685-6733-42C2-B998-60C06DC8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5623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6초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ECBAA1-0108-464F-AC2A-83F65138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24375"/>
            <a:ext cx="10620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7F020C-6DE5-41C1-989F-7BDCC43B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971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자막  /  한 장면에 한 문장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3E9315-5D04-4339-83AE-0C9F55ED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38725"/>
            <a:ext cx="10620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6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BE8DF6-29DA-4C9D-809A-59E7C31D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721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3626B"/>
                </a:solidFill>
                <a:latin typeface="Apple SD Gothic Neo"/>
                <a:ea typeface="Apple SD Gothic Neo"/>
                <a:cs typeface="Apple SD Gothic Neo"/>
              </a:rPr>
              <a:t>소리  /  선택 사항</a:t>
            </a:r>
          </a:p>
        </p:txBody>
      </p:sp>
    </p:spTree>
    <p:extLst>
      <p:ext uri="{BB962C8B-B14F-4D97-AF65-F5344CB8AC3E}">
        <p14:creationId xmlns:p14="http://schemas.microsoft.com/office/powerpoint/2010/main" val="9142575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320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4052F0-1E93-4993-AB29-8BEE5D37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6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DC2DE-AF67-4B80-8B05-69DC102D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3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3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3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3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3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3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3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3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3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저장 전, 교사가 확인할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C0690A-73AA-4621-A814-D662F4D2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rPr>
              <a:t>AI가 만든 화면은 최종 수업 자료가 되기 전에 반드시 검토합니다.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976B8A-5E5D-4A5F-AE73-25A9EEE7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742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rPr>
              <a:t>NOAN MIDDLE SCHOOL  /  AI VIDEO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BE3CD9-06A8-4D9A-B618-EAAE2268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rPr>
              <a:t>09  / 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7A081C-4163-4AA8-9615-98F9632C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085975"/>
            <a:ext cx="80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431A3D-731B-4189-8727-2FF8D625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085975"/>
            <a:ext cx="942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교과 내용과 학교 정보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4ACDFC-C7B1-4251-A687-7A9ACDAC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F4D9C1-338E-4722-BBD7-9BC977B4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952750"/>
            <a:ext cx="80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6591A5-8B24-4ADD-B5C1-AED7BC62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952750"/>
            <a:ext cx="942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학생 개인정보와 저작권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A110AB-AA99-4938-BFE1-868730E2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9975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D8FC11-B249-4B33-9CBF-C2E21741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819525"/>
            <a:ext cx="80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AFF806-190A-41FE-9A57-9E9821D4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819525"/>
            <a:ext cx="942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자막과 음량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7A8E3B-F0D1-4635-91A3-7BB0703E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419C2B-8931-4042-B74E-454BA0CA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86300"/>
            <a:ext cx="80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0B6B0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896AF6-A610-46A3-A473-51EDA139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86300"/>
            <a:ext cx="942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소리 없이도 이해되는지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807C4B-5BC1-4D48-9BFA-DB9B94CD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44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343862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6B5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4666A5-D9FD-48E6-AF92-988E4463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93D05-923B-479B-A302-98AB3B34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57225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9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9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9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9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9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9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9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9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9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9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975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rPr>
              <a:t>이제 파일로 가져갑니다.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1A1537-BCBA-4110-AADF-AEC34E2B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10502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5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5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5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5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5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5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5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5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5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5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다운로드 → MP4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7D02EB-4465-4400-9D45-2DCE6FFC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10382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52E7D-D040-424D-9690-ABCF8E00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382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5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5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5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5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5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5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5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5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5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rPr>
              <a:t>파일을 다시 열어 끝까지 재생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4D245-BAC2-4944-9ADB-8F3E39A6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103346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950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950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950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950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950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950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950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950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950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13202A"/>
                </a:solidFill>
                <a:latin typeface="Apple SD Gothic Neo"/>
                <a:ea typeface="Apple SD Gothic Neo"/>
                <a:cs typeface="Apple SD Gothic Neo"/>
              </a:rPr>
              <a:t>짝에게 1분 보여 주고 “수업에 쓰려면 무엇을 고칠까?”를 묻습니다.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3EEB95-6BE7-4071-A1BA-F78F99E5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742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rPr>
              <a:t>NOAN MIDDLE SCHOOL  /  AI VIDEO LAB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41CBA0-A24E-4047-9477-10938F0B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EDE7DC"/>
                </a:solidFill>
                <a:latin typeface="Apple SD Gothic Neo"/>
                <a:ea typeface="Apple SD Gothic Neo"/>
                <a:cs typeface="Apple SD Gothic Neo"/>
              </a:rPr>
              <a:t>10  /  10</a:t>
            </a:r>
          </a:p>
        </p:txBody>
      </p:sp>
    </p:spTree>
    <p:extLst>
      <p:ext uri="{BB962C8B-B14F-4D97-AF65-F5344CB8AC3E}">
        <p14:creationId xmlns:p14="http://schemas.microsoft.com/office/powerpoint/2010/main" val="14913468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2026-10-21T02:40:08.2750000Z</dcterms:created>
  <dcterms:modified xsi:type="dcterms:W3CDTF">2026-10-21T02:40:08.2750000Z</dcterms:modified>
</coreProperties>
</file>