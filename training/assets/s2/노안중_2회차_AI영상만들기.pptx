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1b376bfa04b08" /><Relationship Type="http://schemas.openxmlformats.org/officeDocument/2006/relationships/extended-properties" Target="/docProps/app.xml" Id="Rc0869607562b4299" /><Relationship Type="http://schemas.openxmlformats.org/officeDocument/2006/relationships/officeDocument" Target="/ppt/presentation.xml" Id="Ref6a21cbc2f24b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0156da80143d8"/>
  </p:sldMasterIdLst>
  <p:notesMasterIdLst>
    <p:notesMasterId xmlns:r="http://schemas.openxmlformats.org/officeDocument/2006/relationships" r:id="R802b83c625714af7"/>
  </p:notesMasterIdLst>
  <p:sldIdLst>
    <p:sldId xmlns:r="http://schemas.openxmlformats.org/officeDocument/2006/relationships" id="256" r:id="R40902fb5c7524283"/>
    <p:sldId xmlns:r="http://schemas.openxmlformats.org/officeDocument/2006/relationships" id="257" r:id="R7dc35927b32944a3"/>
    <p:sldId xmlns:r="http://schemas.openxmlformats.org/officeDocument/2006/relationships" id="258" r:id="R2790f4e482d248d6"/>
    <p:sldId xmlns:r="http://schemas.openxmlformats.org/officeDocument/2006/relationships" id="259" r:id="R57deacc22cff4bc8"/>
    <p:sldId xmlns:r="http://schemas.openxmlformats.org/officeDocument/2006/relationships" id="260" r:id="R1e63a07a0ac24436"/>
    <p:sldId xmlns:r="http://schemas.openxmlformats.org/officeDocument/2006/relationships" id="261" r:id="R8c4b88ec26ea4191"/>
    <p:sldId xmlns:r="http://schemas.openxmlformats.org/officeDocument/2006/relationships" id="262" r:id="R44bbf4821fbb43d6"/>
    <p:sldId xmlns:r="http://schemas.openxmlformats.org/officeDocument/2006/relationships" id="263" r:id="R1500c3f131a341e8"/>
    <p:sldId xmlns:r="http://schemas.openxmlformats.org/officeDocument/2006/relationships" id="264" r:id="Rc3796da11144481c"/>
    <p:sldId xmlns:r="http://schemas.openxmlformats.org/officeDocument/2006/relationships" id="265" r:id="Rd4c09131dd4a4a84"/>
    <p:sldId xmlns:r="http://schemas.openxmlformats.org/officeDocument/2006/relationships" id="266" r:id="R375f5878468b466a"/>
    <p:sldId xmlns:r="http://schemas.openxmlformats.org/officeDocument/2006/relationships" id="267" r:id="R59dc50290cce4010"/>
    <p:sldId xmlns:r="http://schemas.openxmlformats.org/officeDocument/2006/relationships" id="268" r:id="Ra0bb48b7c209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fd0652dce4c21" /><Relationship Type="http://schemas.openxmlformats.org/officeDocument/2006/relationships/slideMaster" Target="/ppt/slideMasters/slideMaster1.xml" Id="R91b0156da80143d8" /><Relationship Type="http://schemas.openxmlformats.org/officeDocument/2006/relationships/notesMaster" Target="/ppt/notesMasters/notesMaster1.xml" Id="R802b83c625714af7" /><Relationship Type="http://schemas.openxmlformats.org/officeDocument/2006/relationships/presProps" Target="/ppt/presProps.xml" Id="R9dd38421e1514796" /><Relationship Type="http://schemas.openxmlformats.org/officeDocument/2006/relationships/tableStyles" Target="/ppt/tableStyles.xml" Id="R46ff0ab7ac734e53" /><Relationship Type="http://schemas.openxmlformats.org/officeDocument/2006/relationships/slide" Target="/ppt/slides/slide1.xml" Id="R40902fb5c7524283" /><Relationship Type="http://schemas.openxmlformats.org/officeDocument/2006/relationships/slide" Target="/ppt/slides/slide2.xml" Id="R7dc35927b32944a3" /><Relationship Type="http://schemas.openxmlformats.org/officeDocument/2006/relationships/slide" Target="/ppt/slides/slide3.xml" Id="R2790f4e482d248d6" /><Relationship Type="http://schemas.openxmlformats.org/officeDocument/2006/relationships/slide" Target="/ppt/slides/slide4.xml" Id="R57deacc22cff4bc8" /><Relationship Type="http://schemas.openxmlformats.org/officeDocument/2006/relationships/slide" Target="/ppt/slides/slide5.xml" Id="R1e63a07a0ac24436" /><Relationship Type="http://schemas.openxmlformats.org/officeDocument/2006/relationships/slide" Target="/ppt/slides/slide6.xml" Id="R8c4b88ec26ea4191" /><Relationship Type="http://schemas.openxmlformats.org/officeDocument/2006/relationships/slide" Target="/ppt/slides/slide7.xml" Id="R44bbf4821fbb43d6" /><Relationship Type="http://schemas.openxmlformats.org/officeDocument/2006/relationships/slide" Target="/ppt/slides/slide8.xml" Id="R1500c3f131a341e8" /><Relationship Type="http://schemas.openxmlformats.org/officeDocument/2006/relationships/slide" Target="/ppt/slides/slide9.xml" Id="Rc3796da11144481c" /><Relationship Type="http://schemas.openxmlformats.org/officeDocument/2006/relationships/slide" Target="/ppt/slides/slide10.xml" Id="Rd4c09131dd4a4a84" /><Relationship Type="http://schemas.openxmlformats.org/officeDocument/2006/relationships/slide" Target="/ppt/slides/slide11.xml" Id="R375f5878468b466a" /><Relationship Type="http://schemas.openxmlformats.org/officeDocument/2006/relationships/slide" Target="/ppt/slides/slide12.xml" Id="R59dc50290cce4010" /><Relationship Type="http://schemas.openxmlformats.org/officeDocument/2006/relationships/slide" Target="/ppt/slides/slide13.xml" Id="Ra0bb48b7c209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74b239e8446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037da92bb459c" /><Relationship Type="http://schemas.openxmlformats.org/officeDocument/2006/relationships/notesMaster" Target="/ppt/notesMasters/notesMaster1.xml" Id="R9b62f6a58de4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b6314405b2466e" /><Relationship Type="http://schemas.openxmlformats.org/officeDocument/2006/relationships/notesMaster" Target="/ppt/notesMasters/notesMaster1.xml" Id="Rb54cdbc28f4145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da3e1757148a2" /><Relationship Type="http://schemas.openxmlformats.org/officeDocument/2006/relationships/notesMaster" Target="/ppt/notesMasters/notesMaster1.xml" Id="R6676f63c0a1947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f111783974a28" /><Relationship Type="http://schemas.openxmlformats.org/officeDocument/2006/relationships/notesMaster" Target="/ppt/notesMasters/notesMaster1.xml" Id="R7ac1182d9d374a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9590f5b1f44c90" /><Relationship Type="http://schemas.openxmlformats.org/officeDocument/2006/relationships/notesMaster" Target="/ppt/notesMasters/notesMaster1.xml" Id="R0c2d8c50e19d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29f506b08b4c4f" /><Relationship Type="http://schemas.openxmlformats.org/officeDocument/2006/relationships/notesMaster" Target="/ppt/notesMasters/notesMaster1.xml" Id="R93e2cd23b308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0c41f95d94245" /><Relationship Type="http://schemas.openxmlformats.org/officeDocument/2006/relationships/notesMaster" Target="/ppt/notesMasters/notesMaster1.xml" Id="R411215b5ff1b45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c5b7f12afc4219" /><Relationship Type="http://schemas.openxmlformats.org/officeDocument/2006/relationships/notesMaster" Target="/ppt/notesMasters/notesMaster1.xml" Id="Rc42dd839895b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cf76a4d74460c" /><Relationship Type="http://schemas.openxmlformats.org/officeDocument/2006/relationships/notesMaster" Target="/ppt/notesMasters/notesMaster1.xml" Id="Rd44fbaf68caf42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efbbd9c51940fd" /><Relationship Type="http://schemas.openxmlformats.org/officeDocument/2006/relationships/notesMaster" Target="/ppt/notesMasters/notesMaster1.xml" Id="Ra39a08f123814a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507d0b15f64c19" /><Relationship Type="http://schemas.openxmlformats.org/officeDocument/2006/relationships/notesMaster" Target="/ppt/notesMasters/notesMaster1.xml" Id="Rb83847d9999742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2e8415e78347ef" /><Relationship Type="http://schemas.openxmlformats.org/officeDocument/2006/relationships/notesMaster" Target="/ppt/notesMasters/notesMaster1.xml" Id="Rf89952aa924e46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5dc74be1bb44e2" /><Relationship Type="http://schemas.openxmlformats.org/officeDocument/2006/relationships/notesMaster" Target="/ppt/notesMasters/notesMaster1.xml" Id="R3196db50885b40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선생님마다 한 편을 파일로 가져갑니다. 강의보다 따라 하는 시간이 많습니다.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20~30초는 실습 시간과 도구 대기 시간을 고려한 목표입니다. 주제는 교과 개념 도입 또는 공개 가능한 학교 안내 중 고르게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0~10 예시, 10~25 대본, 25~50 비디오 생성, 50~60 검토, 60~90 편집, 90~105 자막·소리, 105~115 저장, 115~120 짝 점검.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아이모두 도구모음에서 JNE GPT와 미리캔버스를 엽니다. JNE GPT 비디오 접근은 실제 확인했습니다. 생성 비용과 계정 한도는 강사가 연수 전에 확인해야 합니다. https://docs.wrks.ai/release-notes https://docs.wrks.ai/pricing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선생님이 직접 교과·학년·주제를 바꿉니다. 확정되지 않은 학교 사실은 [교사 확인]으로 남기게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예시는 학교 사실을 주장하지 않는 가상 수업 장면입니다. 선생님은 자기 교과 내용으로 바꿉니다.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아이모두 → JNE GPT → 상단 비디오. 현재 화면에서 프레임 이미지·프롬프트·16:9·길이 5초를 확인했습니다. 계정마다 권한이 다를 수 있습니다. https://docs.wrks.ai/release-notes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영상 속 글자를 틀리게 만들 수 있으니 글자와 학교 로고는 생성 장면에 넣지 않고 편집에서 직접 추가합니다. 개인 실습은 1회 생성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결과가 어긋나면 피사체, 동작, 카메라 중 하나만 바꿔 재시도합니다. 대기나 사용 한도 문제를 만나면 예비 클립으로 편집을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미리캔버스에서 템플릿 또는 새 디자인을 연 뒤 클립과 이미지를 올립니다. 장면 순서, 길이, 화면 문구부터 맞춥니다. 공식 도움말: https://help.miricanvas.com/hc/ko/articles/18849705250969-동영상-및-오디오-업로드하기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소리를 꺼도 이해되는 한 줄 자막을 먼저 만들고, 그 다음에 배경음 또는 직접 녹음한 음성을 더합니다. 음원은 사용 권한을 확인합니다. 미리캔버스 오디오 가이드: https://help.miricanvas.com/hc/ko/articles/11692943275161-오디오-요소-사용-가이드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미리캔버스 오른쪽 위 다운로드 → MP4. 저장한 파일을 다시 열어 처음부터 끝까지 재생합니다. https://help.miricanvas.com/hc/ko/articles/32570677518617-다운로드-가이드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마지막에는 짝에게 소리 없이 먼저 보여 줍니다. 수업에서 실제로 쓸 때 고칠 점 한 개를 기록하고 마칩니다.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79bd5266a45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4df9c982746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e3525e15c48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2ebc49b7444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b29c3c7314c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4f9d22d47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532DD2-0A8D-416C-8938-038C77E6D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B92CF5-7F00-4C03-87B8-B6DEB600D1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361916-5738-4946-976F-B1FC1FC5C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E89D63-7C2E-4D81-B9E2-BBEDEAA71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F3A605-D007-40A7-98DD-1D03766277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04FF7A-5D22-46E2-9DC0-6CB9A8149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22B5C5-B1C6-4809-A881-87ACE5313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301BE2-FB2F-4681-BA49-106651DDB2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46FF8-EB93-4312-85D1-E36AAF6AA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B716A9-4532-4A20-BCAC-1BF011E96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649c941d0479a" /><Relationship Type="http://schemas.openxmlformats.org/officeDocument/2006/relationships/slideLayout" Target="/ppt/slideLayouts/slideLayout1.xml" Id="R49ea5a9ee08d4c3c" /><Relationship Type="http://schemas.openxmlformats.org/officeDocument/2006/relationships/slideLayout" Target="/ppt/slideLayouts/slideLayout2.xml" Id="Rdf61e7d4a99441bb" /><Relationship Type="http://schemas.openxmlformats.org/officeDocument/2006/relationships/slideLayout" Target="/ppt/slideLayouts/slideLayout3.xml" Id="Rb4b8f6995e8e49c4" /><Relationship Type="http://schemas.openxmlformats.org/officeDocument/2006/relationships/slideLayout" Target="/ppt/slideLayouts/slideLayout4.xml" Id="R4491336d17cf4baa" /><Relationship Type="http://schemas.openxmlformats.org/officeDocument/2006/relationships/slideLayout" Target="/ppt/slideLayouts/slideLayout5.xml" Id="Rdd6a5d0365e24604" /><Relationship Type="http://schemas.openxmlformats.org/officeDocument/2006/relationships/slideLayout" Target="/ppt/slideLayouts/slideLayout6.xml" Id="Rf09642e9b0a8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a5a9ee08d4c3c"/>
    <p:sldLayoutId xmlns:r="http://schemas.openxmlformats.org/officeDocument/2006/relationships" id="2147483650" r:id="Rdf61e7d4a99441bb"/>
    <p:sldLayoutId xmlns:r="http://schemas.openxmlformats.org/officeDocument/2006/relationships" id="2147483651" r:id="Rb4b8f6995e8e49c4"/>
    <p:sldLayoutId xmlns:r="http://schemas.openxmlformats.org/officeDocument/2006/relationships" id="2147483652" r:id="R4491336d17cf4baa"/>
    <p:sldLayoutId xmlns:r="http://schemas.openxmlformats.org/officeDocument/2006/relationships" id="2147483653" r:id="Rdd6a5d0365e24604"/>
    <p:sldLayoutId xmlns:r="http://schemas.openxmlformats.org/officeDocument/2006/relationships" id="2147483654" r:id="Rf09642e9b0a8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1b1e92ed74e59" /><Relationship Type="http://schemas.openxmlformats.org/officeDocument/2006/relationships/notesSlide" Target="/ppt/notesSlides/notesSlide1.xml" Id="R57cb24a495d444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5562de7e74f7c" /><Relationship Type="http://schemas.openxmlformats.org/officeDocument/2006/relationships/notesSlide" Target="/ppt/notesSlides/notesSlide2.xml" Id="R60f46dfbfc5d4b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591d79be246af" /><Relationship Type="http://schemas.openxmlformats.org/officeDocument/2006/relationships/notesSlide" Target="/ppt/notesSlides/notesSlide3.xml" Id="Rcc4fee8229dd40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95a345bf440b7" /><Relationship Type="http://schemas.openxmlformats.org/officeDocument/2006/relationships/notesSlide" Target="/ppt/notesSlides/notesSlide4.xml" Id="Rea1dbfe7878b4a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d6e76ef584733" /><Relationship Type="http://schemas.openxmlformats.org/officeDocument/2006/relationships/notesSlide" Target="/ppt/notesSlides/notesSlide5.xml" Id="R3e0d5cf003be45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406c395be4365" /><Relationship Type="http://schemas.openxmlformats.org/officeDocument/2006/relationships/notesSlide" Target="/ppt/notesSlides/notesSlide6.xml" Id="Re285e25c7d8b4b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68bc58b8e425d" /><Relationship Type="http://schemas.openxmlformats.org/officeDocument/2006/relationships/image" Target="/ppt/media/image.jpeg" Id="Rf09ffec96e5d4703" /><Relationship Type="http://schemas.openxmlformats.org/officeDocument/2006/relationships/notesSlide" Target="/ppt/notesSlides/notesSlide7.xml" Id="Rf6efb8fade27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7451977f34d96" /><Relationship Type="http://schemas.openxmlformats.org/officeDocument/2006/relationships/notesSlide" Target="/ppt/notesSlides/notesSlide8.xml" Id="Rd3bdc59a2ccc41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6250437034f94" /><Relationship Type="http://schemas.openxmlformats.org/officeDocument/2006/relationships/notesSlide" Target="/ppt/notesSlides/notesSlide9.xml" Id="R67667704418143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7d9c5b0724107" /><Relationship Type="http://schemas.openxmlformats.org/officeDocument/2006/relationships/notesSlide" Target="/ppt/notesSlides/notesSlide10.xml" Id="R8f817555032146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f984785964cd8" /><Relationship Type="http://schemas.openxmlformats.org/officeDocument/2006/relationships/notesSlide" Target="/ppt/notesSlides/notesSlide11.xml" Id="R474e43ae76be4b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58f5c155040e8" /><Relationship Type="http://schemas.openxmlformats.org/officeDocument/2006/relationships/notesSlide" Target="/ppt/notesSlides/notesSlide12.xml" Id="R288b228453f343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577ab532e4ca2" /><Relationship Type="http://schemas.openxmlformats.org/officeDocument/2006/relationships/notesSlide" Target="/ppt/notesSlides/notesSlide13.xml" Id="R4aaaf5451e8a48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E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3152E-2BB2-4347-B3CB-0D822DDC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669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AI로 30초 수업 영상 만들기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38B02-22B6-437E-938E-498FE53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85D9DF"/>
                </a:solidFill>
                <a:latin typeface="Apple SD Gothic Neo"/>
                <a:ea typeface="Apple SD Gothic Neo"/>
                <a:cs typeface="Apple SD Gothic Neo"/>
              </a:rPr>
              <a:t>기획 → 5초 장면 생성 → 편집 → MP4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81F4E-B772-430D-8059-5F0D27ED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노안중학교 교원연수 2회차 · 120분 실습</a:t>
            </a:r>
          </a:p>
        </p:txBody>
      </p:sp>
    </p:spTree>
    <p:extLst>
      <p:ext uri="{BB962C8B-B14F-4D97-AF65-F5344CB8AC3E}">
        <p14:creationId xmlns:p14="http://schemas.microsoft.com/office/powerpoint/2010/main" val="1090651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03EA0-1A0D-446F-8FFB-029BF34F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오늘 가져갈 결과물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D4A0E-2DF1-48A1-BBEA-7CA4A91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2/13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63F41-BB97-43AA-B288-1AC9909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20~30초 · 16:9 MP4 파일 한 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912AD-C3CE-4BB0-9859-5296CCF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장면 3개와 읽을 수 있는 자막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52232-9774-4ECD-84E5-580D909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AI 영상 장면 1개 + 확인한 내용</a:t>
            </a:r>
          </a:p>
        </p:txBody>
      </p:sp>
    </p:spTree>
    <p:extLst>
      <p:ext uri="{BB962C8B-B14F-4D97-AF65-F5344CB8AC3E}">
        <p14:creationId xmlns:p14="http://schemas.microsoft.com/office/powerpoint/2010/main" val="1420061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D999-5F9C-4F43-A033-0EA5140B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120분 진행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55B2A-6A45-4A34-A5DA-94C45886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3/13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8297-260E-400D-9934-F8BBF25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00–25분   주제와 3장면 대본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BEB23-21D6-45F7-8617-2FE7A1A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25–60분   AI 장면 한 개 만들기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D406A-9076-4498-8B11-B8FBF7B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60–105분  편집·자막·소리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00EC2-63C6-4A42-AF32-B29F241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105–120분 MP4 저장·함께 확인</a:t>
            </a:r>
          </a:p>
        </p:txBody>
      </p:sp>
    </p:spTree>
    <p:extLst>
      <p:ext uri="{BB962C8B-B14F-4D97-AF65-F5344CB8AC3E}">
        <p14:creationId xmlns:p14="http://schemas.microsoft.com/office/powerpoint/2010/main" val="1068290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A92AA-820A-4DC9-B84B-00ACD7C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오늘 사용할 도구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31820-2010-4C2B-AEB0-F26BC8C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4/13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102A6-A774-400E-8C06-5A7E687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JNE GPT   장면 대본 + 5초 AI 영상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C1570-AD67-429A-974E-7B7755F2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미리캔버스   순서·길이·자막·배경음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175B0-BA9A-42C8-896E-416316EF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최종 결과   다운로드한 MP4 재생 확인</a:t>
            </a:r>
          </a:p>
        </p:txBody>
      </p:sp>
    </p:spTree>
    <p:extLst>
      <p:ext uri="{BB962C8B-B14F-4D97-AF65-F5344CB8AC3E}">
        <p14:creationId xmlns:p14="http://schemas.microsoft.com/office/powerpoint/2010/main" val="730795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A0DA8-08C6-41BF-9A3B-E6B677F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실습 1 · 3장면 대본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A71EC-EEF5-4072-9B03-222614E3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5/13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E8334-01E3-49B4-8D99-C65E304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중학교 [학년] [교과]의 [주제]를 여는 25초 영상 대본을 만드세요.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BC94B-DF06-4DB4-825C-35227F1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3장면으로 나누고 장면마다 길이·화면·자막 한 줄·내레이션 한 줄을 표로 적으세요.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521F6-0111-4401-AD42-17E8091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확인되지 않은 일정과 숫자는 [교사 확인]으로 남겨 주세요.</a:t>
            </a:r>
          </a:p>
        </p:txBody>
      </p:sp>
    </p:spTree>
    <p:extLst>
      <p:ext uri="{BB962C8B-B14F-4D97-AF65-F5344CB8AC3E}">
        <p14:creationId xmlns:p14="http://schemas.microsoft.com/office/powerpoint/2010/main" val="1651405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4F171-6027-4276-96C9-55EB8E3A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장면표는 이 정도면 충분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9BCDF-5526-4F26-AF36-10C6A870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6/13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F3097-09DE-4193-9C84-235D2C1E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① 0–7초   질문 한 줄로 시작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1513E-5DC4-41BA-A85B-8E7EF58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② 7–17초  핵심 장면 보여 주기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E7898-F12D-4B3C-8370-A88CB964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③ 17–25초 학생이 답할 질문 남기기</a:t>
            </a:r>
          </a:p>
        </p:txBody>
      </p:sp>
    </p:spTree>
    <p:extLst>
      <p:ext uri="{BB962C8B-B14F-4D97-AF65-F5344CB8AC3E}">
        <p14:creationId xmlns:p14="http://schemas.microsoft.com/office/powerpoint/2010/main" val="1846784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69E19-EE7C-4ADC-A6FB-BA8730B2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실습 2 · AI로 5초 장면 만들기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96701-8434-4B46-B052-D821351F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7/13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2FA87-E43F-40E3-9480-E962D9DC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81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아이모두 → JNE GPT → 비디오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1BC21-3231-45CD-AEAE-168501E3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552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프롬프트 입력</a:t>
            </a:r>
          </a:p>
          <a:p xmlns:a="http://schemas.openxmlformats.org/drawingml/2006/main">
            <a: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16:9 선택</a:t>
            </a:r>
          </a:p>
          <a:p xmlns:a="http://schemas.openxmlformats.org/drawingml/2006/main">
            <a: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5초 길이 확인</a:t>
            </a:r>
          </a:p>
          <a:p xmlns:a="http://schemas.openxmlformats.org/drawingml/2006/main">
            <a:pPr>
              <a:def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비디오 생성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23928-F66D-4C2D-AE85-9C54E7155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ffec96e5d4703"/>
          <a:stretch xmlns:a="http://schemas.openxmlformats.org/drawingml/2006/main"/>
        </p:blipFill>
        <p:spPr>
          <a:xfrm xmlns:a="http://schemas.openxmlformats.org/drawingml/2006/main">
            <a:off x="5695950" y="2138667"/>
            <a:ext cx="5753100" cy="29045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20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A04E7-9DAA-4538-A374-3882CA6B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5초 영상 요청문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ADADF-DB3D-48D8-B41F-AC032E8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8/13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D735D-4B32-42E6-A7A2-147CE42B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중학교 수업 도입용 16:9 영상, 5초.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538E6-2DBE-468A-A0F3-E7B44034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0382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빈 책상 위에 색색 종이 카드 세 장이 천천히 놓인다. 카메라가 부드럽게 오른쪽으로 이동한다.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9DA80-3BE8-42BA-85F7-A38D88BB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글자·로고·사람 얼굴·음성 없음</a:t>
            </a:r>
          </a:p>
        </p:txBody>
      </p:sp>
    </p:spTree>
    <p:extLst>
      <p:ext uri="{BB962C8B-B14F-4D97-AF65-F5344CB8AC3E}">
        <p14:creationId xmlns:p14="http://schemas.microsoft.com/office/powerpoint/2010/main" val="313733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3DC21-4663-451E-A0DD-912C482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생성 결과 고르기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4E84B-F6AF-44C9-A05A-8BB04AD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9/13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5DEF3-54B6-41B7-ADA0-5E2593E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장면이 대본과 맞는가?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586B-D9BF-4EAA-9960-EED9EF5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얼굴·글자·학교 정보가 우연히 생기지 않았는가?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43EF7-E305-43B2-925E-123AEE8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572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막히면 강사 예비 클립으로 바로 진행</a:t>
            </a:r>
          </a:p>
        </p:txBody>
      </p:sp>
    </p:spTree>
    <p:extLst>
      <p:ext uri="{BB962C8B-B14F-4D97-AF65-F5344CB8AC3E}">
        <p14:creationId xmlns:p14="http://schemas.microsoft.com/office/powerpoint/2010/main" val="649823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74758-A004-47E4-831A-D11CDA32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실습 3 · 편집은 세 가지만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4BBD3-B728-43D9-BFA3-AD920A8B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10/13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81D2-4CC5-48ED-8EB4-CF90139B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1  장면 3개를 순서대로 놓기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F1ADC-4332-40A6-80B7-0138531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2  한 장면이 너무 길면 자르기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5294A-8370-4C2F-84FA-A701252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3  핵심 문구를 직접 입력하기</a:t>
            </a:r>
          </a:p>
        </p:txBody>
      </p:sp>
    </p:spTree>
    <p:extLst>
      <p:ext uri="{BB962C8B-B14F-4D97-AF65-F5344CB8AC3E}">
        <p14:creationId xmlns:p14="http://schemas.microsoft.com/office/powerpoint/2010/main" val="485962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6FB98-5E1C-4E08-BBD9-0BF7C2CB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자막과 소리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137AD-7035-4B0F-BEB6-90A0B75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11/13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F0347-E88C-47EC-8299-75D9C7E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자막은 짧게, 화면에서 읽을 시간은 넉넉하게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71DB4-F22D-4AEA-871E-4911FD5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배경음은 말보다 작게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D6F02-C7EF-4598-A35A-008BB5C4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가요·학생 목소리는 이번 실습 재료에서 제외</a:t>
            </a:r>
          </a:p>
        </p:txBody>
      </p:sp>
    </p:spTree>
    <p:extLst>
      <p:ext uri="{BB962C8B-B14F-4D97-AF65-F5344CB8AC3E}">
        <p14:creationId xmlns:p14="http://schemas.microsoft.com/office/powerpoint/2010/main" val="525938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7D3EA-ECC9-4D9F-872B-1F07F4A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MP4 저장과 재생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F7553-3008-4157-9EBD-F93706A7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12/13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C0A50-1F86-4E30-8E18-D7DDDCA7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오른쪽 위 다운로드 → MP4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C739-68CD-4C9A-A883-A953EBD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저장한 파일을 다시 열어 끝까지 재생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DC2E4-77DD-4D01-AFF1-6C46F76B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자막 오타·사실 오류·음량을 마지막으로 확인</a:t>
            </a:r>
          </a:p>
        </p:txBody>
      </p:sp>
    </p:spTree>
    <p:extLst>
      <p:ext uri="{BB962C8B-B14F-4D97-AF65-F5344CB8AC3E}">
        <p14:creationId xmlns:p14="http://schemas.microsoft.com/office/powerpoint/2010/main" val="8385293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D42E0-950F-4480-9176-FBAF8E8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2E65"/>
                </a:solidFill>
                <a:latin typeface="Apple SD Gothic Neo"/>
                <a:ea typeface="Apple SD Gothic Neo"/>
                <a:cs typeface="Apple SD Gothic Neo"/>
              </a:rPr>
              <a:t>짝과 함께 1분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FEA01-20FB-4D5E-B7A3-6A0F9E4D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5546F"/>
                </a:solidFill>
                <a:latin typeface="Apple SD Gothic Neo"/>
                <a:ea typeface="Apple SD Gothic Neo"/>
                <a:cs typeface="Apple SD Gothic Neo"/>
              </a:rPr>
              <a:t>노안중학교 AI 교원연수 2회차  ·  13/13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336FC-9C5A-41FD-A793-3059EF6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소리를 끄고 봐도 이해되는가?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E1FC2-54D3-4E82-9E4A-AC78932D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학생에게 남길 질문이 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65A1-04B2-4732-9F97-E60496D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41B2D"/>
                </a:solidFill>
                <a:latin typeface="Apple SD Gothic Neo"/>
                <a:ea typeface="Apple SD Gothic Neo"/>
                <a:cs typeface="Apple SD Gothic Neo"/>
              </a:rPr>
              <a:t>내일 수업에 쓰려면 무엇을 바꿀까?</a:t>
            </a:r>
          </a:p>
        </p:txBody>
      </p:sp>
    </p:spTree>
    <p:extLst>
      <p:ext uri="{BB962C8B-B14F-4D97-AF65-F5344CB8AC3E}">
        <p14:creationId xmlns:p14="http://schemas.microsoft.com/office/powerpoint/2010/main" val="1642404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2026-10-21T02:27:24.7390000Z</dcterms:created>
  <dcterms:modified xsi:type="dcterms:W3CDTF">2026-10-21T02:27:24.7390000Z</dcterms:modified>
</coreProperties>
</file>